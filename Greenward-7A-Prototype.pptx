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16928203c44530" /><Relationship Type="http://schemas.openxmlformats.org/officeDocument/2006/relationships/extended-properties" Target="/docProps/app.xml" Id="R5abc5ebed93c46a3" /><Relationship Type="http://schemas.openxmlformats.org/officeDocument/2006/relationships/officeDocument" Target="/ppt/presentation.xml" Id="Re17585d8e62d4038" /></Relationships>
</file>

<file path=ppt/presentation.xml><?xml version="1.0" encoding="utf-8"?>
<p:presentation xmlns:p="http://schemas.openxmlformats.org/presentationml/2006/main">
  <p:sldMasterIdLst>
    <p:sldMasterId xmlns:r="http://schemas.openxmlformats.org/officeDocument/2006/relationships" id="2147483648" r:id="R5874455168634f89"/>
  </p:sldMasterIdLst>
  <p:notesMasterIdLst>
    <p:notesMasterId xmlns:r="http://schemas.openxmlformats.org/officeDocument/2006/relationships" r:id="R0bb02f35a0fe4c00"/>
  </p:notesMasterIdLst>
  <p:sldIdLst>
    <p:sldId xmlns:r="http://schemas.openxmlformats.org/officeDocument/2006/relationships" id="256" r:id="Rbc3f38b744af40c6"/>
    <p:sldId xmlns:r="http://schemas.openxmlformats.org/officeDocument/2006/relationships" id="257" r:id="R1624874ac9ed4b57"/>
    <p:sldId xmlns:r="http://schemas.openxmlformats.org/officeDocument/2006/relationships" id="258" r:id="R87c567cea6994f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6bffb3a245471c" /><Relationship Type="http://schemas.openxmlformats.org/officeDocument/2006/relationships/slideMaster" Target="/ppt/slideMasters/slideMaster1.xml" Id="R5874455168634f89" /><Relationship Type="http://schemas.openxmlformats.org/officeDocument/2006/relationships/notesMaster" Target="/ppt/notesMasters/notesMaster1.xml" Id="R0bb02f35a0fe4c00" /><Relationship Type="http://schemas.openxmlformats.org/officeDocument/2006/relationships/presProps" Target="/ppt/presProps.xml" Id="R8febf40af5364e80" /><Relationship Type="http://schemas.openxmlformats.org/officeDocument/2006/relationships/tableStyles" Target="/ppt/tableStyles.xml" Id="Rf261dd4333934cff" /><Relationship Type="http://schemas.openxmlformats.org/officeDocument/2006/relationships/slide" Target="/ppt/slides/slide1.xml" Id="Rbc3f38b744af40c6" /><Relationship Type="http://schemas.openxmlformats.org/officeDocument/2006/relationships/slide" Target="/ppt/slides/slide2.xml" Id="R1624874ac9ed4b57" /><Relationship Type="http://schemas.openxmlformats.org/officeDocument/2006/relationships/slide" Target="/ppt/slides/slide3.xml" Id="R87c567cea6994f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feab32e4da4d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b90fc379ae4d0f" /><Relationship Type="http://schemas.openxmlformats.org/officeDocument/2006/relationships/notesMaster" Target="/ppt/notesMasters/notesMaster1.xml" Id="Rce06e601cdc04a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ee369988584f9c" /><Relationship Type="http://schemas.openxmlformats.org/officeDocument/2006/relationships/notesMaster" Target="/ppt/notesMasters/notesMaster1.xml" Id="R2913c727d4574b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d5f9a4ad1e43a9" /><Relationship Type="http://schemas.openxmlformats.org/officeDocument/2006/relationships/notesMaster" Target="/ppt/notesMasters/notesMaster1.xml" Id="Rc8a5e61abcbe41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story: As a new operator on Sana's garden crew, I want an illustrated offline guide, so I can follow the correct instructions when the network is down. Low-fidelity visual prototype. The image area specifies the illustration to use in the WPF app. Match the title, story text, image filename and button routes to the slides array. Branching and sound are optional and omitted. This prototype does not certify app tests or peer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story: As a new operator on Sana's garden crew, I want an illustrated offline guide, so I can follow the correct instructions when the network is down. Low-fidelity visual prototype. The image area specifies the illustration to use in the WPF app. Match the title, story text, image filename and button routes to the slides array. Branching and sound are optional and omitted. This prototype does not certify app tests or peer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story: As a new operator on Sana's garden crew, I want an illustrated offline guide, so I can follow the correct instructions when the network is down. Low-fidelity visual prototype. The image area specifies the illustration to use in the WPF app. Match the title, story text, image filename and button routes to the slides array. Branching and sound are optional and omitted. This prototype does not certify app tests or peer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b37110c37e4f5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59fae610224d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eddc126a51148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d6cb4b2129f4c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ad10d27c94468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07ab254ec0a4f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B26986B-0312-4AD5-AD96-B223901D8620}"/>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22A3458-2CB2-46F8-AD83-0260499230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662D718B-1656-4E05-8A46-C371820F66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8519DBFC-02D1-4654-BB51-B9EB8E918CA4}"/>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FDDF783C-4172-46BA-B5E2-D74F29E39EC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8FF5D53-4E4C-49B8-8597-D1FA40ECD0AA}"/>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1BA3652-D351-4ECB-800F-92951FFF7D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81D975B7-DF5C-4C3E-938D-19639C91D43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9507CE4E-8403-4151-8034-3DF5CC565CB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1A48A7E-5F23-45EC-8C76-C369EC138F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3F065398-272E-4DFE-8D88-3D196EBE307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20D20867-89CF-4324-B0F8-E4FC5F4F124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9E98C6D-2335-451A-9B95-427E751D88E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D0813C80-22FA-4318-A5DF-34423BC8F7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AF10D37-6CE8-400A-A7C6-CCED826779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39147e5cd44d5d" /><Relationship Type="http://schemas.openxmlformats.org/officeDocument/2006/relationships/slideLayout" Target="/ppt/slideLayouts/slideLayout1.xml" Id="Rce2abc2001224002" /><Relationship Type="http://schemas.openxmlformats.org/officeDocument/2006/relationships/slideLayout" Target="/ppt/slideLayouts/slideLayout2.xml" Id="R8574840537014859" /><Relationship Type="http://schemas.openxmlformats.org/officeDocument/2006/relationships/slideLayout" Target="/ppt/slideLayouts/slideLayout3.xml" Id="R6b444a9266484ec4" /><Relationship Type="http://schemas.openxmlformats.org/officeDocument/2006/relationships/slideLayout" Target="/ppt/slideLayouts/slideLayout4.xml" Id="R602837e46d184071" /><Relationship Type="http://schemas.openxmlformats.org/officeDocument/2006/relationships/slideLayout" Target="/ppt/slideLayouts/slideLayout5.xml" Id="R318ad2725db643b5" /><Relationship Type="http://schemas.openxmlformats.org/officeDocument/2006/relationships/slideLayout" Target="/ppt/slideLayouts/slideLayout6.xml" Id="R77e1249b46c5453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2abc2001224002"/>
    <p:sldLayoutId xmlns:r="http://schemas.openxmlformats.org/officeDocument/2006/relationships" id="2147483650" r:id="R8574840537014859"/>
    <p:sldLayoutId xmlns:r="http://schemas.openxmlformats.org/officeDocument/2006/relationships" id="2147483651" r:id="R6b444a9266484ec4"/>
    <p:sldLayoutId xmlns:r="http://schemas.openxmlformats.org/officeDocument/2006/relationships" id="2147483652" r:id="R602837e46d184071"/>
    <p:sldLayoutId xmlns:r="http://schemas.openxmlformats.org/officeDocument/2006/relationships" id="2147483653" r:id="R318ad2725db643b5"/>
    <p:sldLayoutId xmlns:r="http://schemas.openxmlformats.org/officeDocument/2006/relationships" id="2147483654" r:id="R77e1249b46c5453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aaf78e9feed4546" /><Relationship Type="http://schemas.openxmlformats.org/officeDocument/2006/relationships/notesSlide" Target="/ppt/notesSlides/notesSlide1.xml" Id="Rb076820f3e964e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45e28c41de4417e" /><Relationship Type="http://schemas.openxmlformats.org/officeDocument/2006/relationships/notesSlide" Target="/ppt/notesSlides/notesSlide2.xml" Id="R4bf76774a79c45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87488bfd106472c" /><Relationship Type="http://schemas.openxmlformats.org/officeDocument/2006/relationships/notesSlide" Target="/ppt/notesSlides/notesSlide3.xml" Id="Rcf18d833a9e74de1" /></Relationships>
</file>

<file path=ppt/slides/slide1.xml><?xml version="1.0" encoding="utf-8"?>
<p:sld xmlns:p="http://schemas.openxmlformats.org/presentationml/2006/main">
  <p:cSld>
    <p:bg>
      <p:bgPr>
        <a:solidFill xmlns:a="http://schemas.openxmlformats.org/drawingml/2006/main">
          <a:srgbClr val="EAF1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5A5B4AB-3863-4489-9DDE-7AADB96D8515}"/>
              </a:ext>
            </a:extLst>
          </p:cNvPr>
          <p:cNvSpPr>
            <a:spLocks xmlns:a="http://schemas.openxmlformats.org/drawingml/2006/main" noGrp="1"/>
          </p:cNvSpPr>
          <p:nvPr/>
        </p:nvSpPr>
        <p:spPr>
          <a:xfrm xmlns:a="http://schemas.openxmlformats.org/drawingml/2006/main">
            <a:off x="381000" y="142875"/>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73F32"/>
                </a:solidFill>
                <a:latin typeface="Bitstream Charter"/>
                <a:ea typeface="Bitstream Charter"/>
                <a:cs typeface="Bitstream Charter"/>
              </a:defRPr>
            </a:pPr>
            <a:r>
              <a:rPr sz="1650" b="1">
                <a:solidFill>
                  <a:srgbClr val="173F32"/>
                </a:solidFill>
                <a:latin typeface="Bitstream Charter"/>
                <a:ea typeface="Bitstream Charter"/>
                <a:cs typeface="Bitstream Charter"/>
              </a:rPr>
              <a:t>ACTION 7A PROTOTYPE   /   Beginning   /   slide index 0</a:t>
            </a:r>
          </a:p>
        </p:txBody>
      </p:sp>
      <p:sp>
        <p:nvSpPr>
          <p:cNvPr id="2" name="">
            <a:extLst xmlns:a="http://schemas.openxmlformats.org/drawingml/2006/main">
              <a:ext uri="{FF2B5EF4-FFF2-40B4-BE49-F238E27FC236}">
                <a16:creationId xmlns:a16="http://schemas.microsoft.com/office/drawing/2014/main" id="{E1632A06-6027-4131-A56B-84AF661DA74D}"/>
              </a:ext>
            </a:extLst>
          </p:cNvPr>
          <p:cNvSpPr>
            <a:spLocks xmlns:a="http://schemas.openxmlformats.org/drawingml/2006/main" noGrp="1"/>
          </p:cNvSpPr>
          <p:nvPr/>
        </p:nvSpPr>
        <p:spPr>
          <a:xfrm xmlns:a="http://schemas.openxmlformats.org/drawingml/2006/main">
            <a:off x="381000" y="666750"/>
            <a:ext cx="11430000" cy="5143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9B1EFF3-976B-46F0-9348-17C8F109780A}"/>
              </a:ext>
            </a:extLst>
          </p:cNvPr>
          <p:cNvSpPr>
            <a:spLocks xmlns:a="http://schemas.openxmlformats.org/drawingml/2006/main" noGrp="1"/>
          </p:cNvSpPr>
          <p:nvPr/>
        </p:nvSpPr>
        <p:spPr>
          <a:xfrm xmlns:a="http://schemas.openxmlformats.org/drawingml/2006/main">
            <a:off x="523875" y="781050"/>
            <a:ext cx="11144250" cy="342900"/>
          </a:xfrm>
          <a:prstGeom xmlns:a="http://schemas.openxmlformats.org/drawingml/2006/main" prst="rect">
            <a:avLst/>
          </a:prstGeom>
          <a:solidFill xmlns:a="http://schemas.openxmlformats.org/drawingml/2006/main">
            <a:srgbClr val="173F32"/>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Greenward: A New Crew</a:t>
            </a:r>
          </a:p>
        </p:txBody>
      </p:sp>
      <p:sp>
        <p:nvSpPr>
          <p:cNvPr id="4" name="">
            <a:extLst xmlns:a="http://schemas.openxmlformats.org/drawingml/2006/main">
              <a:ext uri="{FF2B5EF4-FFF2-40B4-BE49-F238E27FC236}">
                <a16:creationId xmlns:a16="http://schemas.microsoft.com/office/drawing/2014/main" id="{474C842A-7134-452D-8ABD-75946724F98E}"/>
              </a:ext>
            </a:extLst>
          </p:cNvPr>
          <p:cNvSpPr>
            <a:spLocks xmlns:a="http://schemas.openxmlformats.org/drawingml/2006/main" noGrp="1"/>
          </p:cNvSpPr>
          <p:nvPr/>
        </p:nvSpPr>
        <p:spPr>
          <a:xfrm xmlns:a="http://schemas.openxmlformats.org/drawingml/2006/main">
            <a:off x="704850" y="13049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73F32"/>
                </a:solidFill>
                <a:latin typeface="Bitstream Charter"/>
                <a:ea typeface="Bitstream Charter"/>
                <a:cs typeface="Bitstream Charter"/>
              </a:defRPr>
            </a:pPr>
            <a:r>
              <a:rPr sz="2550" b="1">
                <a:solidFill>
                  <a:srgbClr val="173F32"/>
                </a:solidFill>
                <a:latin typeface="Bitstream Charter"/>
                <a:ea typeface="Bitstream Charter"/>
                <a:cs typeface="Bitstream Charter"/>
              </a:rPr>
              <a:t>Welcome to Greenward</a:t>
            </a:r>
          </a:p>
        </p:txBody>
      </p:sp>
      <p:sp>
        <p:nvSpPr>
          <p:cNvPr id="5" name="">
            <a:extLst xmlns:a="http://schemas.openxmlformats.org/drawingml/2006/main">
              <a:ext uri="{FF2B5EF4-FFF2-40B4-BE49-F238E27FC236}">
                <a16:creationId xmlns:a16="http://schemas.microsoft.com/office/drawing/2014/main" id="{17B6F44C-5074-4FD3-8757-E54B46357EAC}"/>
              </a:ext>
            </a:extLst>
          </p:cNvPr>
          <p:cNvSpPr>
            <a:spLocks xmlns:a="http://schemas.openxmlformats.org/drawingml/2006/main" noGrp="1"/>
          </p:cNvSpPr>
          <p:nvPr/>
        </p:nvSpPr>
        <p:spPr>
          <a:xfrm xmlns:a="http://schemas.openxmlformats.org/drawingml/2006/main">
            <a:off x="704850" y="2019300"/>
            <a:ext cx="4953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73F32"/>
                </a:solidFill>
                <a:latin typeface="Bitstream Charter"/>
                <a:ea typeface="Bitstream Charter"/>
                <a:cs typeface="Bitstream Charter"/>
              </a:defRPr>
            </a:pPr>
            <a:r>
              <a:rPr sz="2100" b="0">
                <a:solidFill>
                  <a:srgbClr val="173F32"/>
                </a:solidFill>
                <a:latin typeface="Bitstream Charter"/>
                <a:ea typeface="Bitstream Charter"/>
                <a:cs typeface="Bitstream Charter"/>
              </a:rPr>
              <a:t>You are a new operator on Sana's garden crew. The network is down, so use this local guide to begin.</a:t>
            </a:r>
          </a:p>
        </p:txBody>
      </p:sp>
      <p:sp>
        <p:nvSpPr>
          <p:cNvPr id="6" name="">
            <a:extLst xmlns:a="http://schemas.openxmlformats.org/drawingml/2006/main">
              <a:ext uri="{FF2B5EF4-FFF2-40B4-BE49-F238E27FC236}">
                <a16:creationId xmlns:a16="http://schemas.microsoft.com/office/drawing/2014/main" id="{DDBA6D10-D1CA-4B61-8C49-090E48FDBC5B}"/>
              </a:ext>
            </a:extLst>
          </p:cNvPr>
          <p:cNvSpPr>
            <a:spLocks xmlns:a="http://schemas.openxmlformats.org/drawingml/2006/main" noGrp="1"/>
          </p:cNvSpPr>
          <p:nvPr/>
        </p:nvSpPr>
        <p:spPr>
          <a:xfrm xmlns:a="http://schemas.openxmlformats.org/drawingml/2006/main">
            <a:off x="6096000" y="1304925"/>
            <a:ext cx="5286375" cy="2952750"/>
          </a:xfrm>
          <a:prstGeom xmlns:a="http://schemas.openxmlformats.org/drawingml/2006/main" prst="rect">
            <a:avLst/>
          </a:prstGeom>
          <a:solidFill xmlns:a="http://schemas.openxmlformats.org/drawingml/2006/main">
            <a:srgbClr val="DEE7D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715848DF-D46A-4D5D-9F1F-C5E67D85FE31}"/>
              </a:ext>
            </a:extLst>
          </p:cNvPr>
          <p:cNvSpPr>
            <a:spLocks xmlns:a="http://schemas.openxmlformats.org/drawingml/2006/main" noGrp="1"/>
          </p:cNvSpPr>
          <p:nvPr/>
        </p:nvSpPr>
        <p:spPr>
          <a:xfrm xmlns:a="http://schemas.openxmlformats.org/drawingml/2006/main">
            <a:off x="6381750" y="152400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52645B"/>
                </a:solidFill>
                <a:latin typeface="Bitstream Charter"/>
                <a:ea typeface="Bitstream Charter"/>
                <a:cs typeface="Bitstream Charter"/>
              </a:defRPr>
            </a:pPr>
            <a:r>
              <a:rPr sz="1725" b="1">
                <a:solidFill>
                  <a:srgbClr val="52645B"/>
                </a:solidFill>
                <a:latin typeface="Bitstream Charter"/>
                <a:ea typeface="Bitstream Charter"/>
                <a:cs typeface="Bitstream Charter"/>
              </a:rPr>
              <a:t>PLANNED IMAGE 01.png</a:t>
            </a:r>
          </a:p>
        </p:txBody>
      </p:sp>
      <p:sp>
        <p:nvSpPr>
          <p:cNvPr id="8" name="">
            <a:extLst xmlns:a="http://schemas.openxmlformats.org/drawingml/2006/main">
              <a:ext uri="{FF2B5EF4-FFF2-40B4-BE49-F238E27FC236}">
                <a16:creationId xmlns:a16="http://schemas.microsoft.com/office/drawing/2014/main" id="{C63E3AC0-88DE-40B4-B146-E6060404CA2F}"/>
              </a:ext>
            </a:extLst>
          </p:cNvPr>
          <p:cNvSpPr>
            <a:spLocks xmlns:a="http://schemas.openxmlformats.org/drawingml/2006/main" noGrp="1"/>
          </p:cNvSpPr>
          <p:nvPr/>
        </p:nvSpPr>
        <p:spPr>
          <a:xfrm xmlns:a="http://schemas.openxmlformats.org/drawingml/2006/main">
            <a:off x="6572250" y="2143125"/>
            <a:ext cx="4333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0">
                <a:solidFill>
                  <a:srgbClr val="52645B"/>
                </a:solidFill>
                <a:latin typeface="Bitstream Charter"/>
                <a:ea typeface="Bitstream Charter"/>
                <a:cs typeface="Bitstream Charter"/>
              </a:defRPr>
            </a:pPr>
            <a:r>
              <a:rPr sz="2100" b="0">
                <a:solidFill>
                  <a:srgbClr val="52645B"/>
                </a:solidFill>
                <a:latin typeface="Bitstream Charter"/>
                <a:ea typeface="Bitstream Charter"/>
                <a:cs typeface="Bitstream Charter"/>
              </a:rPr>
              <a:t>A new crew member arrives at the garden.</a:t>
            </a:r>
          </a:p>
        </p:txBody>
      </p:sp>
      <p:sp>
        <p:nvSpPr>
          <p:cNvPr id="9" name="">
            <a:extLst xmlns:a="http://schemas.openxmlformats.org/drawingml/2006/main">
              <a:ext uri="{FF2B5EF4-FFF2-40B4-BE49-F238E27FC236}">
                <a16:creationId xmlns:a16="http://schemas.microsoft.com/office/drawing/2014/main" id="{C15A74D7-F7D8-4875-8F9B-6CBF687401A5}"/>
              </a:ext>
            </a:extLst>
          </p:cNvPr>
          <p:cNvSpPr>
            <a:spLocks xmlns:a="http://schemas.openxmlformats.org/drawingml/2006/main" noGrp="1"/>
          </p:cNvSpPr>
          <p:nvPr/>
        </p:nvSpPr>
        <p:spPr>
          <a:xfrm xmlns:a="http://schemas.openxmlformats.org/drawingml/2006/main">
            <a:off x="6096000" y="441007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Slide 1 of 3</a:t>
            </a:r>
          </a:p>
        </p:txBody>
      </p:sp>
      <p:sp>
        <p:nvSpPr>
          <p:cNvPr id="10" name="">
            <a:extLst xmlns:a="http://schemas.openxmlformats.org/drawingml/2006/main">
              <a:ext uri="{FF2B5EF4-FFF2-40B4-BE49-F238E27FC236}">
                <a16:creationId xmlns:a16="http://schemas.microsoft.com/office/drawing/2014/main" id="{4510AEFD-D726-482C-B149-C4B29FBF8AB7}"/>
              </a:ext>
            </a:extLst>
          </p:cNvPr>
          <p:cNvSpPr>
            <a:spLocks xmlns:a="http://schemas.openxmlformats.org/drawingml/2006/main" noGrp="1"/>
          </p:cNvSpPr>
          <p:nvPr/>
        </p:nvSpPr>
        <p:spPr>
          <a:xfrm xmlns:a="http://schemas.openxmlformats.org/drawingml/2006/main">
            <a:off x="6096000" y="5029200"/>
            <a:ext cx="1666875" cy="523875"/>
          </a:xfrm>
          <a:prstGeom xmlns:a="http://schemas.openxmlformats.org/drawingml/2006/main" prst="rect">
            <a:avLst/>
          </a:prstGeom>
          <a:solidFill xmlns:a="http://schemas.openxmlformats.org/drawingml/2006/main">
            <a:srgbClr val="DCE2D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7F8A83"/>
                </a:solidFill>
                <a:latin typeface="Bitstream Charter"/>
                <a:ea typeface="Bitstream Charter"/>
                <a:cs typeface="Bitstream Charter"/>
              </a:defRPr>
            </a:pPr>
            <a:r>
              <a:rPr sz="1875" b="1">
                <a:solidFill>
                  <a:srgbClr val="7F8A83"/>
                </a:solidFill>
                <a:latin typeface="Bitstream Charter"/>
                <a:ea typeface="Bitstream Charter"/>
                <a:cs typeface="Bitstream Charter"/>
              </a:rPr>
              <a:t>Back</a:t>
            </a:r>
          </a:p>
        </p:txBody>
      </p:sp>
      <p:sp>
        <p:nvSpPr>
          <p:cNvPr id="11" name="">
            <a:extLst xmlns:a="http://schemas.openxmlformats.org/drawingml/2006/main">
              <a:ext uri="{FF2B5EF4-FFF2-40B4-BE49-F238E27FC236}">
                <a16:creationId xmlns:a16="http://schemas.microsoft.com/office/drawing/2014/main" id="{C4C05ED4-35C0-48F1-A140-91B2591BD9DC}"/>
              </a:ext>
            </a:extLst>
          </p:cNvPr>
          <p:cNvSpPr>
            <a:spLocks xmlns:a="http://schemas.openxmlformats.org/drawingml/2006/main" noGrp="1"/>
          </p:cNvSpPr>
          <p:nvPr/>
        </p:nvSpPr>
        <p:spPr>
          <a:xfrm xmlns:a="http://schemas.openxmlformats.org/drawingml/2006/main">
            <a:off x="7905750" y="5029200"/>
            <a:ext cx="1666875" cy="523875"/>
          </a:xfrm>
          <a:prstGeom xmlns:a="http://schemas.openxmlformats.org/drawingml/2006/main" prst="rect">
            <a:avLst/>
          </a:prstGeom>
          <a:solidFill xmlns:a="http://schemas.openxmlformats.org/drawingml/2006/main">
            <a:srgbClr val="25664E"/>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Restart</a:t>
            </a:r>
          </a:p>
        </p:txBody>
      </p:sp>
      <p:sp>
        <p:nvSpPr>
          <p:cNvPr id="12" name="">
            <a:extLst xmlns:a="http://schemas.openxmlformats.org/drawingml/2006/main">
              <a:ext uri="{FF2B5EF4-FFF2-40B4-BE49-F238E27FC236}">
                <a16:creationId xmlns:a16="http://schemas.microsoft.com/office/drawing/2014/main" id="{7DE19137-C568-47C9-A87A-6C42CDB94742}"/>
              </a:ext>
            </a:extLst>
          </p:cNvPr>
          <p:cNvSpPr>
            <a:spLocks xmlns:a="http://schemas.openxmlformats.org/drawingml/2006/main" noGrp="1"/>
          </p:cNvSpPr>
          <p:nvPr/>
        </p:nvSpPr>
        <p:spPr>
          <a:xfrm xmlns:a="http://schemas.openxmlformats.org/drawingml/2006/main">
            <a:off x="9715500" y="5029200"/>
            <a:ext cx="1666875" cy="523875"/>
          </a:xfrm>
          <a:prstGeom xmlns:a="http://schemas.openxmlformats.org/drawingml/2006/main" prst="rect">
            <a:avLst/>
          </a:prstGeom>
          <a:solidFill xmlns:a="http://schemas.openxmlformats.org/drawingml/2006/main">
            <a:srgbClr val="25664E"/>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Next</a:t>
            </a:r>
          </a:p>
        </p:txBody>
      </p:sp>
      <p:sp>
        <p:nvSpPr>
          <p:cNvPr id="13" name="">
            <a:extLst xmlns:a="http://schemas.openxmlformats.org/drawingml/2006/main">
              <a:ext uri="{FF2B5EF4-FFF2-40B4-BE49-F238E27FC236}">
                <a16:creationId xmlns:a16="http://schemas.microsoft.com/office/drawing/2014/main" id="{414F3D5A-6290-45C1-AFC4-41FC5566354C}"/>
              </a:ext>
            </a:extLst>
          </p:cNvPr>
          <p:cNvSpPr>
            <a:spLocks xmlns:a="http://schemas.openxmlformats.org/drawingml/2006/main" noGrp="1"/>
          </p:cNvSpPr>
          <p:nvPr/>
        </p:nvSpPr>
        <p:spPr>
          <a:xfrm xmlns:a="http://schemas.openxmlformats.org/drawingml/2006/main">
            <a:off x="523875" y="590550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3F32"/>
                </a:solidFill>
                <a:latin typeface="Bitstream Charter"/>
                <a:ea typeface="Bitstream Charter"/>
                <a:cs typeface="Bitstream Charter"/>
              </a:defRPr>
            </a:pPr>
            <a:r>
              <a:rPr sz="1575" b="0">
                <a:solidFill>
                  <a:srgbClr val="173F32"/>
                </a:solidFill>
                <a:latin typeface="Bitstream Charter"/>
                <a:ea typeface="Bitstream Charter"/>
                <a:cs typeface="Bitstream Charter"/>
              </a:rPr>
              <a:t>Image file: Assets/Images/01.png</a:t>
            </a:r>
          </a:p>
        </p:txBody>
      </p:sp>
      <p:sp>
        <p:nvSpPr>
          <p:cNvPr id="14" name="">
            <a:extLst xmlns:a="http://schemas.openxmlformats.org/drawingml/2006/main">
              <a:ext uri="{FF2B5EF4-FFF2-40B4-BE49-F238E27FC236}">
                <a16:creationId xmlns:a16="http://schemas.microsoft.com/office/drawing/2014/main" id="{D4B3523E-E867-4FA3-9CCF-337FC92648AA}"/>
              </a:ext>
            </a:extLst>
          </p:cNvPr>
          <p:cNvSpPr>
            <a:spLocks xmlns:a="http://schemas.openxmlformats.org/drawingml/2006/main" noGrp="1"/>
          </p:cNvSpPr>
          <p:nvPr/>
        </p:nvSpPr>
        <p:spPr>
          <a:xfrm xmlns:a="http://schemas.openxmlformats.org/drawingml/2006/main">
            <a:off x="523875" y="6257925"/>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3F32"/>
                </a:solidFill>
                <a:latin typeface="Bitstream Charter"/>
                <a:ea typeface="Bitstream Charter"/>
                <a:cs typeface="Bitstream Charter"/>
              </a:defRPr>
            </a:pPr>
            <a:r>
              <a:rPr sz="1575" b="0">
                <a:solidFill>
                  <a:srgbClr val="173F32"/>
                </a:solidFill>
                <a:latin typeface="Bitstream Charter"/>
                <a:ea typeface="Bitstream Charter"/>
                <a:cs typeface="Bitstream Charter"/>
              </a:rPr>
              <a:t>Back: disabled   Next: index 1   Restart: index 0</a:t>
            </a:r>
          </a:p>
        </p:txBody>
      </p:sp>
    </p:spTree>
    <p:extLst>
      <p:ext uri="{BB962C8B-B14F-4D97-AF65-F5344CB8AC3E}">
        <p14:creationId xmlns:p14="http://schemas.microsoft.com/office/powerpoint/2010/main" val="1250563489"/>
      </p:ext>
    </p:extLst>
  </p:cSld>
</p:sld>
</file>

<file path=ppt/slides/slide2.xml><?xml version="1.0" encoding="utf-8"?>
<p:sld xmlns:p="http://schemas.openxmlformats.org/presentationml/2006/main">
  <p:cSld>
    <p:bg>
      <p:bgPr>
        <a:solidFill xmlns:a="http://schemas.openxmlformats.org/drawingml/2006/main">
          <a:srgbClr val="EAF1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6FDAC14-632E-43BB-93A2-76B6A62DE9E3}"/>
              </a:ext>
            </a:extLst>
          </p:cNvPr>
          <p:cNvSpPr>
            <a:spLocks xmlns:a="http://schemas.openxmlformats.org/drawingml/2006/main" noGrp="1"/>
          </p:cNvSpPr>
          <p:nvPr/>
        </p:nvSpPr>
        <p:spPr>
          <a:xfrm xmlns:a="http://schemas.openxmlformats.org/drawingml/2006/main">
            <a:off x="381000" y="142875"/>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73F32"/>
                </a:solidFill>
                <a:latin typeface="Bitstream Charter"/>
                <a:ea typeface="Bitstream Charter"/>
                <a:cs typeface="Bitstream Charter"/>
              </a:defRPr>
            </a:pPr>
            <a:r>
              <a:rPr sz="1650" b="1">
                <a:solidFill>
                  <a:srgbClr val="173F32"/>
                </a:solidFill>
                <a:latin typeface="Bitstream Charter"/>
                <a:ea typeface="Bitstream Charter"/>
                <a:cs typeface="Bitstream Charter"/>
              </a:rPr>
              <a:t>ACTION 7A PROTOTYPE   /   Problem   /   slide index 1</a:t>
            </a:r>
          </a:p>
        </p:txBody>
      </p:sp>
      <p:sp>
        <p:nvSpPr>
          <p:cNvPr id="2" name="">
            <a:extLst xmlns:a="http://schemas.openxmlformats.org/drawingml/2006/main">
              <a:ext uri="{FF2B5EF4-FFF2-40B4-BE49-F238E27FC236}">
                <a16:creationId xmlns:a16="http://schemas.microsoft.com/office/drawing/2014/main" id="{D826FB8E-7D5D-4C7B-964B-B5806ECC68C2}"/>
              </a:ext>
            </a:extLst>
          </p:cNvPr>
          <p:cNvSpPr>
            <a:spLocks xmlns:a="http://schemas.openxmlformats.org/drawingml/2006/main" noGrp="1"/>
          </p:cNvSpPr>
          <p:nvPr/>
        </p:nvSpPr>
        <p:spPr>
          <a:xfrm xmlns:a="http://schemas.openxmlformats.org/drawingml/2006/main">
            <a:off x="381000" y="666750"/>
            <a:ext cx="11430000" cy="5143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B3C64731-DDBD-48A3-B6A8-218A3573CE2C}"/>
              </a:ext>
            </a:extLst>
          </p:cNvPr>
          <p:cNvSpPr>
            <a:spLocks xmlns:a="http://schemas.openxmlformats.org/drawingml/2006/main" noGrp="1"/>
          </p:cNvSpPr>
          <p:nvPr/>
        </p:nvSpPr>
        <p:spPr>
          <a:xfrm xmlns:a="http://schemas.openxmlformats.org/drawingml/2006/main">
            <a:off x="523875" y="781050"/>
            <a:ext cx="11144250" cy="342900"/>
          </a:xfrm>
          <a:prstGeom xmlns:a="http://schemas.openxmlformats.org/drawingml/2006/main" prst="rect">
            <a:avLst/>
          </a:prstGeom>
          <a:solidFill xmlns:a="http://schemas.openxmlformats.org/drawingml/2006/main">
            <a:srgbClr val="173F32"/>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Greenward: A New Crew</a:t>
            </a:r>
          </a:p>
        </p:txBody>
      </p:sp>
      <p:sp>
        <p:nvSpPr>
          <p:cNvPr id="4" name="">
            <a:extLst xmlns:a="http://schemas.openxmlformats.org/drawingml/2006/main">
              <a:ext uri="{FF2B5EF4-FFF2-40B4-BE49-F238E27FC236}">
                <a16:creationId xmlns:a16="http://schemas.microsoft.com/office/drawing/2014/main" id="{83FC408A-E43A-4A4F-81D6-D045141B3A09}"/>
              </a:ext>
            </a:extLst>
          </p:cNvPr>
          <p:cNvSpPr>
            <a:spLocks xmlns:a="http://schemas.openxmlformats.org/drawingml/2006/main" noGrp="1"/>
          </p:cNvSpPr>
          <p:nvPr/>
        </p:nvSpPr>
        <p:spPr>
          <a:xfrm xmlns:a="http://schemas.openxmlformats.org/drawingml/2006/main">
            <a:off x="704850" y="13049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73F32"/>
                </a:solidFill>
                <a:latin typeface="Bitstream Charter"/>
                <a:ea typeface="Bitstream Charter"/>
                <a:cs typeface="Bitstream Charter"/>
              </a:defRPr>
            </a:pPr>
            <a:r>
              <a:rPr sz="2550" b="1">
                <a:solidFill>
                  <a:srgbClr val="173F32"/>
                </a:solidFill>
                <a:latin typeface="Bitstream Charter"/>
                <a:ea typeface="Bitstream Charter"/>
                <a:cs typeface="Bitstream Charter"/>
              </a:rPr>
              <a:t>An Outdated Instruction</a:t>
            </a:r>
          </a:p>
        </p:txBody>
      </p:sp>
      <p:sp>
        <p:nvSpPr>
          <p:cNvPr id="5" name="">
            <a:extLst xmlns:a="http://schemas.openxmlformats.org/drawingml/2006/main">
              <a:ext uri="{FF2B5EF4-FFF2-40B4-BE49-F238E27FC236}">
                <a16:creationId xmlns:a16="http://schemas.microsoft.com/office/drawing/2014/main" id="{AAEFBF92-D9E3-4341-8584-DE50FDACA5AE}"/>
              </a:ext>
            </a:extLst>
          </p:cNvPr>
          <p:cNvSpPr>
            <a:spLocks xmlns:a="http://schemas.openxmlformats.org/drawingml/2006/main" noGrp="1"/>
          </p:cNvSpPr>
          <p:nvPr/>
        </p:nvSpPr>
        <p:spPr>
          <a:xfrm xmlns:a="http://schemas.openxmlformats.org/drawingml/2006/main">
            <a:off x="704850" y="2019300"/>
            <a:ext cx="4953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73F32"/>
                </a:solidFill>
                <a:latin typeface="Bitstream Charter"/>
                <a:ea typeface="Bitstream Charter"/>
                <a:cs typeface="Bitstream Charter"/>
              </a:defRPr>
            </a:pPr>
            <a:r>
              <a:rPr sz="2100" b="0">
                <a:solidFill>
                  <a:srgbClr val="173F32"/>
                </a:solidFill>
                <a:latin typeface="Bitstream Charter"/>
                <a:ea typeface="Bitstream Charter"/>
                <a:cs typeface="Bitstream Charter"/>
              </a:rPr>
              <a:t>You find an old instruction card beside the garden beds. Check with Sana before following it. Use the updated local guide instead.</a:t>
            </a:r>
          </a:p>
        </p:txBody>
      </p:sp>
      <p:sp>
        <p:nvSpPr>
          <p:cNvPr id="6" name="">
            <a:extLst xmlns:a="http://schemas.openxmlformats.org/drawingml/2006/main">
              <a:ext uri="{FF2B5EF4-FFF2-40B4-BE49-F238E27FC236}">
                <a16:creationId xmlns:a16="http://schemas.microsoft.com/office/drawing/2014/main" id="{EBB1EC42-DF83-405A-AB8B-09F7152D1094}"/>
              </a:ext>
            </a:extLst>
          </p:cNvPr>
          <p:cNvSpPr>
            <a:spLocks xmlns:a="http://schemas.openxmlformats.org/drawingml/2006/main" noGrp="1"/>
          </p:cNvSpPr>
          <p:nvPr/>
        </p:nvSpPr>
        <p:spPr>
          <a:xfrm xmlns:a="http://schemas.openxmlformats.org/drawingml/2006/main">
            <a:off x="6096000" y="1304925"/>
            <a:ext cx="5286375" cy="2952750"/>
          </a:xfrm>
          <a:prstGeom xmlns:a="http://schemas.openxmlformats.org/drawingml/2006/main" prst="rect">
            <a:avLst/>
          </a:prstGeom>
          <a:solidFill xmlns:a="http://schemas.openxmlformats.org/drawingml/2006/main">
            <a:srgbClr val="DEE7D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564E0712-A44F-4025-B3EE-D4C29C768E9D}"/>
              </a:ext>
            </a:extLst>
          </p:cNvPr>
          <p:cNvSpPr>
            <a:spLocks xmlns:a="http://schemas.openxmlformats.org/drawingml/2006/main" noGrp="1"/>
          </p:cNvSpPr>
          <p:nvPr/>
        </p:nvSpPr>
        <p:spPr>
          <a:xfrm xmlns:a="http://schemas.openxmlformats.org/drawingml/2006/main">
            <a:off x="6381750" y="152400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52645B"/>
                </a:solidFill>
                <a:latin typeface="Bitstream Charter"/>
                <a:ea typeface="Bitstream Charter"/>
                <a:cs typeface="Bitstream Charter"/>
              </a:defRPr>
            </a:pPr>
            <a:r>
              <a:rPr sz="1725" b="1">
                <a:solidFill>
                  <a:srgbClr val="52645B"/>
                </a:solidFill>
                <a:latin typeface="Bitstream Charter"/>
                <a:ea typeface="Bitstream Charter"/>
                <a:cs typeface="Bitstream Charter"/>
              </a:rPr>
              <a:t>PLANNED IMAGE 02.png</a:t>
            </a:r>
          </a:p>
        </p:txBody>
      </p:sp>
      <p:sp>
        <p:nvSpPr>
          <p:cNvPr id="8" name="">
            <a:extLst xmlns:a="http://schemas.openxmlformats.org/drawingml/2006/main">
              <a:ext uri="{FF2B5EF4-FFF2-40B4-BE49-F238E27FC236}">
                <a16:creationId xmlns:a16="http://schemas.microsoft.com/office/drawing/2014/main" id="{32FE6EEA-3510-4DA2-A27E-FDDE607E3DB5}"/>
              </a:ext>
            </a:extLst>
          </p:cNvPr>
          <p:cNvSpPr>
            <a:spLocks xmlns:a="http://schemas.openxmlformats.org/drawingml/2006/main" noGrp="1"/>
          </p:cNvSpPr>
          <p:nvPr/>
        </p:nvSpPr>
        <p:spPr>
          <a:xfrm xmlns:a="http://schemas.openxmlformats.org/drawingml/2006/main">
            <a:off x="6572250" y="2143125"/>
            <a:ext cx="4333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0">
                <a:solidFill>
                  <a:srgbClr val="52645B"/>
                </a:solidFill>
                <a:latin typeface="Bitstream Charter"/>
                <a:ea typeface="Bitstream Charter"/>
                <a:cs typeface="Bitstream Charter"/>
              </a:defRPr>
            </a:pPr>
            <a:r>
              <a:rPr sz="2100" b="0">
                <a:solidFill>
                  <a:srgbClr val="52645B"/>
                </a:solidFill>
                <a:latin typeface="Bitstream Charter"/>
                <a:ea typeface="Bitstream Charter"/>
                <a:cs typeface="Bitstream Charter"/>
              </a:rPr>
              <a:t>The operator discovers an outdated instruction card.</a:t>
            </a:r>
          </a:p>
        </p:txBody>
      </p:sp>
      <p:sp>
        <p:nvSpPr>
          <p:cNvPr id="9" name="">
            <a:extLst xmlns:a="http://schemas.openxmlformats.org/drawingml/2006/main">
              <a:ext uri="{FF2B5EF4-FFF2-40B4-BE49-F238E27FC236}">
                <a16:creationId xmlns:a16="http://schemas.microsoft.com/office/drawing/2014/main" id="{28E28040-A5E0-4B51-9942-14D37F1D0C32}"/>
              </a:ext>
            </a:extLst>
          </p:cNvPr>
          <p:cNvSpPr>
            <a:spLocks xmlns:a="http://schemas.openxmlformats.org/drawingml/2006/main" noGrp="1"/>
          </p:cNvSpPr>
          <p:nvPr/>
        </p:nvSpPr>
        <p:spPr>
          <a:xfrm xmlns:a="http://schemas.openxmlformats.org/drawingml/2006/main">
            <a:off x="6096000" y="441007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Slide 2 of 3</a:t>
            </a:r>
          </a:p>
        </p:txBody>
      </p:sp>
      <p:sp>
        <p:nvSpPr>
          <p:cNvPr id="10" name="">
            <a:extLst xmlns:a="http://schemas.openxmlformats.org/drawingml/2006/main">
              <a:ext uri="{FF2B5EF4-FFF2-40B4-BE49-F238E27FC236}">
                <a16:creationId xmlns:a16="http://schemas.microsoft.com/office/drawing/2014/main" id="{59D74D4C-1C4C-4DC0-A847-D4D007EDBCED}"/>
              </a:ext>
            </a:extLst>
          </p:cNvPr>
          <p:cNvSpPr>
            <a:spLocks xmlns:a="http://schemas.openxmlformats.org/drawingml/2006/main" noGrp="1"/>
          </p:cNvSpPr>
          <p:nvPr/>
        </p:nvSpPr>
        <p:spPr>
          <a:xfrm xmlns:a="http://schemas.openxmlformats.org/drawingml/2006/main">
            <a:off x="6096000" y="5029200"/>
            <a:ext cx="1666875" cy="523875"/>
          </a:xfrm>
          <a:prstGeom xmlns:a="http://schemas.openxmlformats.org/drawingml/2006/main" prst="rect">
            <a:avLst/>
          </a:prstGeom>
          <a:solidFill xmlns:a="http://schemas.openxmlformats.org/drawingml/2006/main">
            <a:srgbClr val="25664E"/>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Back</a:t>
            </a:r>
          </a:p>
        </p:txBody>
      </p:sp>
      <p:sp>
        <p:nvSpPr>
          <p:cNvPr id="11" name="">
            <a:extLst xmlns:a="http://schemas.openxmlformats.org/drawingml/2006/main">
              <a:ext uri="{FF2B5EF4-FFF2-40B4-BE49-F238E27FC236}">
                <a16:creationId xmlns:a16="http://schemas.microsoft.com/office/drawing/2014/main" id="{7351DCA1-BC52-47C8-9C95-1705710876C1}"/>
              </a:ext>
            </a:extLst>
          </p:cNvPr>
          <p:cNvSpPr>
            <a:spLocks xmlns:a="http://schemas.openxmlformats.org/drawingml/2006/main" noGrp="1"/>
          </p:cNvSpPr>
          <p:nvPr/>
        </p:nvSpPr>
        <p:spPr>
          <a:xfrm xmlns:a="http://schemas.openxmlformats.org/drawingml/2006/main">
            <a:off x="7905750" y="5029200"/>
            <a:ext cx="1666875" cy="523875"/>
          </a:xfrm>
          <a:prstGeom xmlns:a="http://schemas.openxmlformats.org/drawingml/2006/main" prst="rect">
            <a:avLst/>
          </a:prstGeom>
          <a:solidFill xmlns:a="http://schemas.openxmlformats.org/drawingml/2006/main">
            <a:srgbClr val="25664E"/>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Restart</a:t>
            </a:r>
          </a:p>
        </p:txBody>
      </p:sp>
      <p:sp>
        <p:nvSpPr>
          <p:cNvPr id="12" name="">
            <a:extLst xmlns:a="http://schemas.openxmlformats.org/drawingml/2006/main">
              <a:ext uri="{FF2B5EF4-FFF2-40B4-BE49-F238E27FC236}">
                <a16:creationId xmlns:a16="http://schemas.microsoft.com/office/drawing/2014/main" id="{3A4C9A26-1D14-4DB9-96C8-0E4576410F79}"/>
              </a:ext>
            </a:extLst>
          </p:cNvPr>
          <p:cNvSpPr>
            <a:spLocks xmlns:a="http://schemas.openxmlformats.org/drawingml/2006/main" noGrp="1"/>
          </p:cNvSpPr>
          <p:nvPr/>
        </p:nvSpPr>
        <p:spPr>
          <a:xfrm xmlns:a="http://schemas.openxmlformats.org/drawingml/2006/main">
            <a:off x="9715500" y="5029200"/>
            <a:ext cx="1666875" cy="523875"/>
          </a:xfrm>
          <a:prstGeom xmlns:a="http://schemas.openxmlformats.org/drawingml/2006/main" prst="rect">
            <a:avLst/>
          </a:prstGeom>
          <a:solidFill xmlns:a="http://schemas.openxmlformats.org/drawingml/2006/main">
            <a:srgbClr val="25664E"/>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Next</a:t>
            </a:r>
          </a:p>
        </p:txBody>
      </p:sp>
      <p:sp>
        <p:nvSpPr>
          <p:cNvPr id="13" name="">
            <a:extLst xmlns:a="http://schemas.openxmlformats.org/drawingml/2006/main">
              <a:ext uri="{FF2B5EF4-FFF2-40B4-BE49-F238E27FC236}">
                <a16:creationId xmlns:a16="http://schemas.microsoft.com/office/drawing/2014/main" id="{05E29D1F-ABE0-4788-A7B1-753A25B82854}"/>
              </a:ext>
            </a:extLst>
          </p:cNvPr>
          <p:cNvSpPr>
            <a:spLocks xmlns:a="http://schemas.openxmlformats.org/drawingml/2006/main" noGrp="1"/>
          </p:cNvSpPr>
          <p:nvPr/>
        </p:nvSpPr>
        <p:spPr>
          <a:xfrm xmlns:a="http://schemas.openxmlformats.org/drawingml/2006/main">
            <a:off x="523875" y="590550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3F32"/>
                </a:solidFill>
                <a:latin typeface="Bitstream Charter"/>
                <a:ea typeface="Bitstream Charter"/>
                <a:cs typeface="Bitstream Charter"/>
              </a:defRPr>
            </a:pPr>
            <a:r>
              <a:rPr sz="1575" b="0">
                <a:solidFill>
                  <a:srgbClr val="173F32"/>
                </a:solidFill>
                <a:latin typeface="Bitstream Charter"/>
                <a:ea typeface="Bitstream Charter"/>
                <a:cs typeface="Bitstream Charter"/>
              </a:rPr>
              <a:t>Image file: Assets/Images/02.png</a:t>
            </a:r>
          </a:p>
        </p:txBody>
      </p:sp>
      <p:sp>
        <p:nvSpPr>
          <p:cNvPr id="14" name="">
            <a:extLst xmlns:a="http://schemas.openxmlformats.org/drawingml/2006/main">
              <a:ext uri="{FF2B5EF4-FFF2-40B4-BE49-F238E27FC236}">
                <a16:creationId xmlns:a16="http://schemas.microsoft.com/office/drawing/2014/main" id="{A6B06F84-701D-43B6-9B17-BECBA2A1CE1B}"/>
              </a:ext>
            </a:extLst>
          </p:cNvPr>
          <p:cNvSpPr>
            <a:spLocks xmlns:a="http://schemas.openxmlformats.org/drawingml/2006/main" noGrp="1"/>
          </p:cNvSpPr>
          <p:nvPr/>
        </p:nvSpPr>
        <p:spPr>
          <a:xfrm xmlns:a="http://schemas.openxmlformats.org/drawingml/2006/main">
            <a:off x="523875" y="6257925"/>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3F32"/>
                </a:solidFill>
                <a:latin typeface="Bitstream Charter"/>
                <a:ea typeface="Bitstream Charter"/>
                <a:cs typeface="Bitstream Charter"/>
              </a:defRPr>
            </a:pPr>
            <a:r>
              <a:rPr sz="1575" b="0">
                <a:solidFill>
                  <a:srgbClr val="173F32"/>
                </a:solidFill>
                <a:latin typeface="Bitstream Charter"/>
                <a:ea typeface="Bitstream Charter"/>
                <a:cs typeface="Bitstream Charter"/>
              </a:rPr>
              <a:t>Back: index 0   Next: index 2   Restart: index 0</a:t>
            </a:r>
          </a:p>
        </p:txBody>
      </p:sp>
    </p:spTree>
    <p:extLst>
      <p:ext uri="{BB962C8B-B14F-4D97-AF65-F5344CB8AC3E}">
        <p14:creationId xmlns:p14="http://schemas.microsoft.com/office/powerpoint/2010/main" val="440538815"/>
      </p:ext>
    </p:extLst>
  </p:cSld>
</p:sld>
</file>

<file path=ppt/slides/slide3.xml><?xml version="1.0" encoding="utf-8"?>
<p:sld xmlns:p="http://schemas.openxmlformats.org/presentationml/2006/main">
  <p:cSld>
    <p:bg>
      <p:bgPr>
        <a:solidFill xmlns:a="http://schemas.openxmlformats.org/drawingml/2006/main">
          <a:srgbClr val="EAF1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D2D9B5E-5C84-4504-82F6-670E46E8ECB9}"/>
              </a:ext>
            </a:extLst>
          </p:cNvPr>
          <p:cNvSpPr>
            <a:spLocks xmlns:a="http://schemas.openxmlformats.org/drawingml/2006/main" noGrp="1"/>
          </p:cNvSpPr>
          <p:nvPr/>
        </p:nvSpPr>
        <p:spPr>
          <a:xfrm xmlns:a="http://schemas.openxmlformats.org/drawingml/2006/main">
            <a:off x="381000" y="142875"/>
            <a:ext cx="1143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73F32"/>
                </a:solidFill>
                <a:latin typeface="Bitstream Charter"/>
                <a:ea typeface="Bitstream Charter"/>
                <a:cs typeface="Bitstream Charter"/>
              </a:defRPr>
            </a:pPr>
            <a:r>
              <a:rPr sz="1650" b="1">
                <a:solidFill>
                  <a:srgbClr val="173F32"/>
                </a:solidFill>
                <a:latin typeface="Bitstream Charter"/>
                <a:ea typeface="Bitstream Charter"/>
                <a:cs typeface="Bitstream Charter"/>
              </a:rPr>
              <a:t>ACTION 7A PROTOTYPE   /   Ending   /   slide index 2</a:t>
            </a:r>
          </a:p>
        </p:txBody>
      </p:sp>
      <p:sp>
        <p:nvSpPr>
          <p:cNvPr id="2" name="">
            <a:extLst xmlns:a="http://schemas.openxmlformats.org/drawingml/2006/main">
              <a:ext uri="{FF2B5EF4-FFF2-40B4-BE49-F238E27FC236}">
                <a16:creationId xmlns:a16="http://schemas.microsoft.com/office/drawing/2014/main" id="{7C90A1AF-A75A-4111-8297-BCC76D3860D5}"/>
              </a:ext>
            </a:extLst>
          </p:cNvPr>
          <p:cNvSpPr>
            <a:spLocks xmlns:a="http://schemas.openxmlformats.org/drawingml/2006/main" noGrp="1"/>
          </p:cNvSpPr>
          <p:nvPr/>
        </p:nvSpPr>
        <p:spPr>
          <a:xfrm xmlns:a="http://schemas.openxmlformats.org/drawingml/2006/main">
            <a:off x="381000" y="666750"/>
            <a:ext cx="11430000" cy="514350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87230A8-FAF0-4A77-B932-A32A8C95EDE0}"/>
              </a:ext>
            </a:extLst>
          </p:cNvPr>
          <p:cNvSpPr>
            <a:spLocks xmlns:a="http://schemas.openxmlformats.org/drawingml/2006/main" noGrp="1"/>
          </p:cNvSpPr>
          <p:nvPr/>
        </p:nvSpPr>
        <p:spPr>
          <a:xfrm xmlns:a="http://schemas.openxmlformats.org/drawingml/2006/main">
            <a:off x="523875" y="781050"/>
            <a:ext cx="11144250" cy="342900"/>
          </a:xfrm>
          <a:prstGeom xmlns:a="http://schemas.openxmlformats.org/drawingml/2006/main" prst="rect">
            <a:avLst/>
          </a:prstGeom>
          <a:solidFill xmlns:a="http://schemas.openxmlformats.org/drawingml/2006/main">
            <a:srgbClr val="173F32"/>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Greenward: A New Crew</a:t>
            </a:r>
          </a:p>
        </p:txBody>
      </p:sp>
      <p:sp>
        <p:nvSpPr>
          <p:cNvPr id="4" name="">
            <a:extLst xmlns:a="http://schemas.openxmlformats.org/drawingml/2006/main">
              <a:ext uri="{FF2B5EF4-FFF2-40B4-BE49-F238E27FC236}">
                <a16:creationId xmlns:a16="http://schemas.microsoft.com/office/drawing/2014/main" id="{F23021F3-F972-446A-BB0F-DF4B72355D11}"/>
              </a:ext>
            </a:extLst>
          </p:cNvPr>
          <p:cNvSpPr>
            <a:spLocks xmlns:a="http://schemas.openxmlformats.org/drawingml/2006/main" noGrp="1"/>
          </p:cNvSpPr>
          <p:nvPr/>
        </p:nvSpPr>
        <p:spPr>
          <a:xfrm xmlns:a="http://schemas.openxmlformats.org/drawingml/2006/main">
            <a:off x="704850" y="13049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73F32"/>
                </a:solidFill>
                <a:latin typeface="Bitstream Charter"/>
                <a:ea typeface="Bitstream Charter"/>
                <a:cs typeface="Bitstream Charter"/>
              </a:defRPr>
            </a:pPr>
            <a:r>
              <a:rPr sz="2550" b="1">
                <a:solidFill>
                  <a:srgbClr val="173F32"/>
                </a:solidFill>
                <a:latin typeface="Bitstream Charter"/>
                <a:ea typeface="Bitstream Charter"/>
                <a:cs typeface="Bitstream Charter"/>
              </a:rPr>
              <a:t>Ready to Join the Crew</a:t>
            </a:r>
          </a:p>
        </p:txBody>
      </p:sp>
      <p:sp>
        <p:nvSpPr>
          <p:cNvPr id="5" name="">
            <a:extLst xmlns:a="http://schemas.openxmlformats.org/drawingml/2006/main">
              <a:ext uri="{FF2B5EF4-FFF2-40B4-BE49-F238E27FC236}">
                <a16:creationId xmlns:a16="http://schemas.microsoft.com/office/drawing/2014/main" id="{B86BED87-7D08-4FE6-B54B-F83A3CEC59E5}"/>
              </a:ext>
            </a:extLst>
          </p:cNvPr>
          <p:cNvSpPr>
            <a:spLocks xmlns:a="http://schemas.openxmlformats.org/drawingml/2006/main" noGrp="1"/>
          </p:cNvSpPr>
          <p:nvPr/>
        </p:nvSpPr>
        <p:spPr>
          <a:xfrm xmlns:a="http://schemas.openxmlformats.org/drawingml/2006/main">
            <a:off x="704850" y="2019300"/>
            <a:ext cx="495300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73F32"/>
                </a:solidFill>
                <a:latin typeface="Bitstream Charter"/>
                <a:ea typeface="Bitstream Charter"/>
                <a:cs typeface="Bitstream Charter"/>
              </a:defRPr>
            </a:pPr>
            <a:r>
              <a:rPr sz="2100" b="0">
                <a:solidFill>
                  <a:srgbClr val="173F32"/>
                </a:solidFill>
                <a:latin typeface="Bitstream Charter"/>
                <a:ea typeface="Bitstream Charter"/>
                <a:cs typeface="Bitstream Charter"/>
              </a:rPr>
              <a:t>You have checked the instructions and know your next step. Report to Sana before starting your assigned task. Use Back to review or Restart to read the guide again.</a:t>
            </a:r>
          </a:p>
        </p:txBody>
      </p:sp>
      <p:sp>
        <p:nvSpPr>
          <p:cNvPr id="6" name="">
            <a:extLst xmlns:a="http://schemas.openxmlformats.org/drawingml/2006/main">
              <a:ext uri="{FF2B5EF4-FFF2-40B4-BE49-F238E27FC236}">
                <a16:creationId xmlns:a16="http://schemas.microsoft.com/office/drawing/2014/main" id="{413106AE-12D1-47E0-9054-76D68B4EBF68}"/>
              </a:ext>
            </a:extLst>
          </p:cNvPr>
          <p:cNvSpPr>
            <a:spLocks xmlns:a="http://schemas.openxmlformats.org/drawingml/2006/main" noGrp="1"/>
          </p:cNvSpPr>
          <p:nvPr/>
        </p:nvSpPr>
        <p:spPr>
          <a:xfrm xmlns:a="http://schemas.openxmlformats.org/drawingml/2006/main">
            <a:off x="6096000" y="1304925"/>
            <a:ext cx="5286375" cy="2952750"/>
          </a:xfrm>
          <a:prstGeom xmlns:a="http://schemas.openxmlformats.org/drawingml/2006/main" prst="rect">
            <a:avLst/>
          </a:prstGeom>
          <a:solidFill xmlns:a="http://schemas.openxmlformats.org/drawingml/2006/main">
            <a:srgbClr val="DEE7DF"/>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r>
              <a:t/>
            </a:r>
          </a:p>
        </p:txBody>
      </p:sp>
      <p:sp>
        <p:nvSpPr>
          <p:cNvPr id="7" name="">
            <a:extLst xmlns:a="http://schemas.openxmlformats.org/drawingml/2006/main">
              <a:ext uri="{FF2B5EF4-FFF2-40B4-BE49-F238E27FC236}">
                <a16:creationId xmlns:a16="http://schemas.microsoft.com/office/drawing/2014/main" id="{0A4A5B44-9E7C-4752-90A6-C34A6E544E56}"/>
              </a:ext>
            </a:extLst>
          </p:cNvPr>
          <p:cNvSpPr>
            <a:spLocks xmlns:a="http://schemas.openxmlformats.org/drawingml/2006/main" noGrp="1"/>
          </p:cNvSpPr>
          <p:nvPr/>
        </p:nvSpPr>
        <p:spPr>
          <a:xfrm xmlns:a="http://schemas.openxmlformats.org/drawingml/2006/main">
            <a:off x="6381750" y="1524000"/>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52645B"/>
                </a:solidFill>
                <a:latin typeface="Bitstream Charter"/>
                <a:ea typeface="Bitstream Charter"/>
                <a:cs typeface="Bitstream Charter"/>
              </a:defRPr>
            </a:pPr>
            <a:r>
              <a:rPr sz="1725" b="1">
                <a:solidFill>
                  <a:srgbClr val="52645B"/>
                </a:solidFill>
                <a:latin typeface="Bitstream Charter"/>
                <a:ea typeface="Bitstream Charter"/>
                <a:cs typeface="Bitstream Charter"/>
              </a:rPr>
              <a:t>PLANNED IMAGE 03.png</a:t>
            </a:r>
          </a:p>
        </p:txBody>
      </p:sp>
      <p:sp>
        <p:nvSpPr>
          <p:cNvPr id="8" name="">
            <a:extLst xmlns:a="http://schemas.openxmlformats.org/drawingml/2006/main">
              <a:ext uri="{FF2B5EF4-FFF2-40B4-BE49-F238E27FC236}">
                <a16:creationId xmlns:a16="http://schemas.microsoft.com/office/drawing/2014/main" id="{DA53803D-CFBD-4880-A9FF-A4084EB7AA06}"/>
              </a:ext>
            </a:extLst>
          </p:cNvPr>
          <p:cNvSpPr>
            <a:spLocks xmlns:a="http://schemas.openxmlformats.org/drawingml/2006/main" noGrp="1"/>
          </p:cNvSpPr>
          <p:nvPr/>
        </p:nvSpPr>
        <p:spPr>
          <a:xfrm xmlns:a="http://schemas.openxmlformats.org/drawingml/2006/main">
            <a:off x="6572250" y="2143125"/>
            <a:ext cx="4333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00" b="0">
                <a:solidFill>
                  <a:srgbClr val="52645B"/>
                </a:solidFill>
                <a:latin typeface="Bitstream Charter"/>
                <a:ea typeface="Bitstream Charter"/>
                <a:cs typeface="Bitstream Charter"/>
              </a:defRPr>
            </a:pPr>
            <a:r>
              <a:rPr sz="2100" b="0">
                <a:solidFill>
                  <a:srgbClr val="52645B"/>
                </a:solidFill>
                <a:latin typeface="Bitstream Charter"/>
                <a:ea typeface="Bitstream Charter"/>
                <a:cs typeface="Bitstream Charter"/>
              </a:rPr>
              <a:t>The operator is ready to join Sana's crew.</a:t>
            </a:r>
          </a:p>
        </p:txBody>
      </p:sp>
      <p:sp>
        <p:nvSpPr>
          <p:cNvPr id="9" name="">
            <a:extLst xmlns:a="http://schemas.openxmlformats.org/drawingml/2006/main">
              <a:ext uri="{FF2B5EF4-FFF2-40B4-BE49-F238E27FC236}">
                <a16:creationId xmlns:a16="http://schemas.microsoft.com/office/drawing/2014/main" id="{3F941449-0583-43D6-85DA-62A1D560E8AC}"/>
              </a:ext>
            </a:extLst>
          </p:cNvPr>
          <p:cNvSpPr>
            <a:spLocks xmlns:a="http://schemas.openxmlformats.org/drawingml/2006/main" noGrp="1"/>
          </p:cNvSpPr>
          <p:nvPr/>
        </p:nvSpPr>
        <p:spPr>
          <a:xfrm xmlns:a="http://schemas.openxmlformats.org/drawingml/2006/main">
            <a:off x="6096000" y="4410075"/>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173F32"/>
                </a:solidFill>
                <a:latin typeface="Bitstream Charter"/>
                <a:ea typeface="Bitstream Charter"/>
                <a:cs typeface="Bitstream Charter"/>
              </a:defRPr>
            </a:pPr>
            <a:r>
              <a:rPr sz="1650" b="0">
                <a:solidFill>
                  <a:srgbClr val="173F32"/>
                </a:solidFill>
                <a:latin typeface="Bitstream Charter"/>
                <a:ea typeface="Bitstream Charter"/>
                <a:cs typeface="Bitstream Charter"/>
              </a:rPr>
              <a:t>Slide 3 of 3</a:t>
            </a:r>
          </a:p>
        </p:txBody>
      </p:sp>
      <p:sp>
        <p:nvSpPr>
          <p:cNvPr id="10" name="">
            <a:extLst xmlns:a="http://schemas.openxmlformats.org/drawingml/2006/main">
              <a:ext uri="{FF2B5EF4-FFF2-40B4-BE49-F238E27FC236}">
                <a16:creationId xmlns:a16="http://schemas.microsoft.com/office/drawing/2014/main" id="{87BFC38F-3F42-4D68-92E2-39019905D68C}"/>
              </a:ext>
            </a:extLst>
          </p:cNvPr>
          <p:cNvSpPr>
            <a:spLocks xmlns:a="http://schemas.openxmlformats.org/drawingml/2006/main" noGrp="1"/>
          </p:cNvSpPr>
          <p:nvPr/>
        </p:nvSpPr>
        <p:spPr>
          <a:xfrm xmlns:a="http://schemas.openxmlformats.org/drawingml/2006/main">
            <a:off x="6096000" y="5029200"/>
            <a:ext cx="1666875" cy="523875"/>
          </a:xfrm>
          <a:prstGeom xmlns:a="http://schemas.openxmlformats.org/drawingml/2006/main" prst="rect">
            <a:avLst/>
          </a:prstGeom>
          <a:solidFill xmlns:a="http://schemas.openxmlformats.org/drawingml/2006/main">
            <a:srgbClr val="25664E"/>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Back</a:t>
            </a:r>
          </a:p>
        </p:txBody>
      </p:sp>
      <p:sp>
        <p:nvSpPr>
          <p:cNvPr id="11" name="">
            <a:extLst xmlns:a="http://schemas.openxmlformats.org/drawingml/2006/main">
              <a:ext uri="{FF2B5EF4-FFF2-40B4-BE49-F238E27FC236}">
                <a16:creationId xmlns:a16="http://schemas.microsoft.com/office/drawing/2014/main" id="{6A810B3E-4F16-42E5-BA25-242E70BBF071}"/>
              </a:ext>
            </a:extLst>
          </p:cNvPr>
          <p:cNvSpPr>
            <a:spLocks xmlns:a="http://schemas.openxmlformats.org/drawingml/2006/main" noGrp="1"/>
          </p:cNvSpPr>
          <p:nvPr/>
        </p:nvSpPr>
        <p:spPr>
          <a:xfrm xmlns:a="http://schemas.openxmlformats.org/drawingml/2006/main">
            <a:off x="7905750" y="5029200"/>
            <a:ext cx="1666875" cy="523875"/>
          </a:xfrm>
          <a:prstGeom xmlns:a="http://schemas.openxmlformats.org/drawingml/2006/main" prst="rect">
            <a:avLst/>
          </a:prstGeom>
          <a:solidFill xmlns:a="http://schemas.openxmlformats.org/drawingml/2006/main">
            <a:srgbClr val="25664E"/>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Bitstream Charter"/>
                <a:ea typeface="Bitstream Charter"/>
                <a:cs typeface="Bitstream Charter"/>
              </a:defRPr>
            </a:pPr>
            <a:r>
              <a:rPr sz="1875" b="1">
                <a:solidFill>
                  <a:srgbClr val="FFFFFF"/>
                </a:solidFill>
                <a:latin typeface="Bitstream Charter"/>
                <a:ea typeface="Bitstream Charter"/>
                <a:cs typeface="Bitstream Charter"/>
              </a:rPr>
              <a:t>Restart</a:t>
            </a:r>
          </a:p>
        </p:txBody>
      </p:sp>
      <p:sp>
        <p:nvSpPr>
          <p:cNvPr id="12" name="">
            <a:extLst xmlns:a="http://schemas.openxmlformats.org/drawingml/2006/main">
              <a:ext uri="{FF2B5EF4-FFF2-40B4-BE49-F238E27FC236}">
                <a16:creationId xmlns:a16="http://schemas.microsoft.com/office/drawing/2014/main" id="{1D2EE282-D0FC-4FC2-BADD-A1546F640121}"/>
              </a:ext>
            </a:extLst>
          </p:cNvPr>
          <p:cNvSpPr>
            <a:spLocks xmlns:a="http://schemas.openxmlformats.org/drawingml/2006/main" noGrp="1"/>
          </p:cNvSpPr>
          <p:nvPr/>
        </p:nvSpPr>
        <p:spPr>
          <a:xfrm xmlns:a="http://schemas.openxmlformats.org/drawingml/2006/main">
            <a:off x="9715500" y="5029200"/>
            <a:ext cx="1666875" cy="523875"/>
          </a:xfrm>
          <a:prstGeom xmlns:a="http://schemas.openxmlformats.org/drawingml/2006/main" prst="rect">
            <a:avLst/>
          </a:prstGeom>
          <a:solidFill xmlns:a="http://schemas.openxmlformats.org/drawingml/2006/main">
            <a:srgbClr val="DCE2DC"/>
          </a:solidFill>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7F8A83"/>
                </a:solidFill>
                <a:latin typeface="Bitstream Charter"/>
                <a:ea typeface="Bitstream Charter"/>
                <a:cs typeface="Bitstream Charter"/>
              </a:defRPr>
            </a:pPr>
            <a:r>
              <a:rPr sz="1875" b="1">
                <a:solidFill>
                  <a:srgbClr val="7F8A83"/>
                </a:solidFill>
                <a:latin typeface="Bitstream Charter"/>
                <a:ea typeface="Bitstream Charter"/>
                <a:cs typeface="Bitstream Charter"/>
              </a:rPr>
              <a:t>Next</a:t>
            </a:r>
          </a:p>
        </p:txBody>
      </p:sp>
      <p:sp>
        <p:nvSpPr>
          <p:cNvPr id="13" name="">
            <a:extLst xmlns:a="http://schemas.openxmlformats.org/drawingml/2006/main">
              <a:ext uri="{FF2B5EF4-FFF2-40B4-BE49-F238E27FC236}">
                <a16:creationId xmlns:a16="http://schemas.microsoft.com/office/drawing/2014/main" id="{6F442F54-801D-4C9B-AB43-4A9D9967483E}"/>
              </a:ext>
            </a:extLst>
          </p:cNvPr>
          <p:cNvSpPr>
            <a:spLocks xmlns:a="http://schemas.openxmlformats.org/drawingml/2006/main" noGrp="1"/>
          </p:cNvSpPr>
          <p:nvPr/>
        </p:nvSpPr>
        <p:spPr>
          <a:xfrm xmlns:a="http://schemas.openxmlformats.org/drawingml/2006/main">
            <a:off x="523875" y="5905500"/>
            <a:ext cx="11144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3F32"/>
                </a:solidFill>
                <a:latin typeface="Bitstream Charter"/>
                <a:ea typeface="Bitstream Charter"/>
                <a:cs typeface="Bitstream Charter"/>
              </a:defRPr>
            </a:pPr>
            <a:r>
              <a:rPr sz="1575" b="0">
                <a:solidFill>
                  <a:srgbClr val="173F32"/>
                </a:solidFill>
                <a:latin typeface="Bitstream Charter"/>
                <a:ea typeface="Bitstream Charter"/>
                <a:cs typeface="Bitstream Charter"/>
              </a:rPr>
              <a:t>Image file: Assets/Images/03.png</a:t>
            </a:r>
          </a:p>
        </p:txBody>
      </p:sp>
      <p:sp>
        <p:nvSpPr>
          <p:cNvPr id="14" name="">
            <a:extLst xmlns:a="http://schemas.openxmlformats.org/drawingml/2006/main">
              <a:ext uri="{FF2B5EF4-FFF2-40B4-BE49-F238E27FC236}">
                <a16:creationId xmlns:a16="http://schemas.microsoft.com/office/drawing/2014/main" id="{28D12C52-D560-489D-9DB2-495CD89FA620}"/>
              </a:ext>
            </a:extLst>
          </p:cNvPr>
          <p:cNvSpPr>
            <a:spLocks xmlns:a="http://schemas.openxmlformats.org/drawingml/2006/main" noGrp="1"/>
          </p:cNvSpPr>
          <p:nvPr/>
        </p:nvSpPr>
        <p:spPr>
          <a:xfrm xmlns:a="http://schemas.openxmlformats.org/drawingml/2006/main">
            <a:off x="523875" y="6257925"/>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73F32"/>
                </a:solidFill>
                <a:latin typeface="Bitstream Charter"/>
                <a:ea typeface="Bitstream Charter"/>
                <a:cs typeface="Bitstream Charter"/>
              </a:defRPr>
            </a:pPr>
            <a:r>
              <a:rPr sz="1575" b="0">
                <a:solidFill>
                  <a:srgbClr val="173F32"/>
                </a:solidFill>
                <a:latin typeface="Bitstream Charter"/>
                <a:ea typeface="Bitstream Charter"/>
                <a:cs typeface="Bitstream Charter"/>
              </a:rPr>
              <a:t>Back: index 1   Next: disabled   Restart: index 0</a:t>
            </a:r>
          </a:p>
        </p:txBody>
      </p:sp>
    </p:spTree>
    <p:extLst>
      <p:ext uri="{BB962C8B-B14F-4D97-AF65-F5344CB8AC3E}">
        <p14:creationId xmlns:p14="http://schemas.microsoft.com/office/powerpoint/2010/main" val="11952707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2026-10-06T22:09:52.0960000Z</dcterms:created>
  <dcterms:modified xsi:type="dcterms:W3CDTF">2026-10-06T22:09:52.0960000Z</dcterms:modified>
</coreProperties>
</file>